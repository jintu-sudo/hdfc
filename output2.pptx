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86891" y="5679638"/>
            <a:ext cx="59174" cy="591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937755" y="5166213"/>
            <a:ext cx="53605" cy="536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174677" y="5743392"/>
            <a:ext cx="93021" cy="9302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6064" y="5451283"/>
            <a:ext cx="84821" cy="8482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33234" y="5393984"/>
            <a:ext cx="66928" cy="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626095" y="5811899"/>
            <a:ext cx="100744" cy="100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579821" y="5125334"/>
            <a:ext cx="75347" cy="753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66495" y="5452605"/>
            <a:ext cx="63554" cy="6355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180461" y="5043163"/>
            <a:ext cx="70032" cy="70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618110" y="4948284"/>
            <a:ext cx="46574" cy="465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05115" y="5520260"/>
            <a:ext cx="73927" cy="7392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72378" y="5816043"/>
            <a:ext cx="89893" cy="898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849975" y="5097089"/>
            <a:ext cx="83457" cy="8345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1466" y="5719387"/>
            <a:ext cx="105366" cy="1053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26938" y="5589635"/>
            <a:ext cx="97977" cy="9797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99079" y="5373835"/>
            <a:ext cx="76693" cy="76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90639" y="5377388"/>
            <a:ext cx="68127" cy="6812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061382" y="5403218"/>
            <a:ext cx="58741" cy="5874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7065" y="5298810"/>
            <a:ext cx="67225" cy="67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8814" y="4986574"/>
            <a:ext cx="49607" cy="4960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3329" y="5049875"/>
            <a:ext cx="97949" cy="979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191611" y="4502373"/>
            <a:ext cx="72249" cy="722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208285" y="4515939"/>
            <a:ext cx="70958" cy="709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1498" y="5371693"/>
            <a:ext cx="64386" cy="6438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523464" y="4792599"/>
            <a:ext cx="97943" cy="9794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816698" y="4979334"/>
            <a:ext cx="75243" cy="7524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072677" y="5340578"/>
            <a:ext cx="66176" cy="661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266046" y="4734532"/>
            <a:ext cx="106244" cy="1062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7158" y="4860013"/>
            <a:ext cx="58510" cy="585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613970" y="5208840"/>
            <a:ext cx="60321" cy="6032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635057" y="4331580"/>
            <a:ext cx="57247" cy="572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652008" y="4418490"/>
            <a:ext cx="55929" cy="5592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0073" y="5080828"/>
            <a:ext cx="108553" cy="10855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1067" y="4932440"/>
            <a:ext cx="99594" cy="995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0297" y="5017038"/>
            <a:ext cx="53361" cy="5336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287381" y="4179670"/>
            <a:ext cx="62850" cy="62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177183" y="4479490"/>
            <a:ext cx="77163" cy="771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31683" y="4111203"/>
            <a:ext cx="60063" cy="600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367242" y="4659249"/>
            <a:ext cx="100797" cy="10079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484601" y="4622916"/>
            <a:ext cx="82223" cy="822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414194" y="4329132"/>
            <a:ext cx="73851" cy="738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577445" y="4488628"/>
            <a:ext cx="77784" cy="777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459307" y="4176056"/>
            <a:ext cx="60986" cy="6098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807578" y="4539330"/>
            <a:ext cx="104679" cy="10467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476885" y="4460280"/>
            <a:ext cx="98590" cy="9859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692805" y="3918190"/>
            <a:ext cx="64587" cy="645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963137" y="4281413"/>
            <a:ext cx="52585" cy="5258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647504" y="4465019"/>
            <a:ext cx="73562" cy="735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8448293" y="3871957"/>
            <a:ext cx="82260" cy="822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8429558" y="4644140"/>
            <a:ext cx="56130" cy="561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687527" y="4301833"/>
            <a:ext cx="53553" cy="5355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512024" y="4127805"/>
            <a:ext cx="96528" cy="965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8155595" y="3823071"/>
            <a:ext cx="52542" cy="525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8990998" y="4451162"/>
            <a:ext cx="64355" cy="643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8431845" y="3841095"/>
            <a:ext cx="94118" cy="941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8908804" y="4350637"/>
            <a:ext cx="60614" cy="606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8933812" y="3686266"/>
            <a:ext cx="109595" cy="1095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8710121" y="3743057"/>
            <a:ext cx="55394" cy="553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9098095" y="4296638"/>
            <a:ext cx="84715" cy="8471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9029724" y="4091609"/>
            <a:ext cx="46705" cy="467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8912285" y="4027533"/>
            <a:ext cx="48897" cy="4889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9229377" y="3576688"/>
            <a:ext cx="54641" cy="5464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8918581" y="3545324"/>
            <a:ext cx="63337" cy="633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8781406" y="3420833"/>
            <a:ext cx="64995" cy="649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453225" y="3614680"/>
            <a:ext cx="81902" cy="8190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8892016" y="3604282"/>
            <a:ext cx="102089" cy="10208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8932084" y="3251468"/>
            <a:ext cx="71922" cy="719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8923006" y="3205993"/>
            <a:ext cx="61231" cy="6123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9094827" y="3914294"/>
            <a:ext cx="74865" cy="7486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8671034" y="3948615"/>
            <a:ext cx="51471" cy="5147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8838646" y="3768840"/>
            <a:ext cx="58898" cy="588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9112161" y="3526896"/>
            <a:ext cx="89013" cy="890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9176514" y="3655174"/>
            <a:ext cx="74205" cy="742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9570284" y="3411635"/>
            <a:ext cx="99845" cy="9984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9200411" y="3711230"/>
            <a:ext cx="67592" cy="67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9559953" y="3492775"/>
            <a:ext cx="76699" cy="7669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9173474" y="3225262"/>
            <a:ext cx="62030" cy="620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9307383" y="2949953"/>
            <a:ext cx="82400" cy="82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9034324" y="3478632"/>
            <a:ext cx="96699" cy="9669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9608132" y="3132178"/>
            <a:ext cx="90992" cy="909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9335274" y="2961754"/>
            <a:ext cx="103828" cy="1038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9216388" y="3244554"/>
            <a:ext cx="86645" cy="8664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9654486" y="3005935"/>
            <a:ext cx="109711" cy="1097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5" name="Shape 83"/>
          <p:cNvSpPr/>
          <p:nvPr/>
        </p:nvSpPr>
        <p:spPr>
          <a:xfrm>
            <a:off x="9565190" y="3560404"/>
            <a:ext cx="52742" cy="527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9835689" y="3290015"/>
            <a:ext cx="78978" cy="7897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9605007" y="2716444"/>
            <a:ext cx="47049" cy="470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9593853" y="3037637"/>
            <a:ext cx="72502" cy="7250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9" name="Shape 87"/>
          <p:cNvSpPr/>
          <p:nvPr/>
        </p:nvSpPr>
        <p:spPr>
          <a:xfrm>
            <a:off x="9798564" y="3283970"/>
            <a:ext cx="74164" cy="741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28709" y="2819267"/>
            <a:ext cx="54154" cy="5415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00090" y="2735024"/>
            <a:ext cx="80628" cy="806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70405" y="2712477"/>
            <a:ext cx="72042" cy="720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9522860" y="2574944"/>
            <a:ext cx="103902" cy="10390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9641119" y="3098054"/>
            <a:ext cx="70535" cy="705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9864250" y="3179826"/>
            <a:ext cx="70981" cy="7098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>
            <a:off x="9701399" y="2900753"/>
            <a:ext cx="91473" cy="914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10006277" y="2482222"/>
            <a:ext cx="87604" cy="876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9898690" y="3014804"/>
            <a:ext cx="88047" cy="880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9" name="Shape 97"/>
          <p:cNvSpPr/>
          <p:nvPr/>
        </p:nvSpPr>
        <p:spPr>
          <a:xfrm>
            <a:off x="9633554" y="2813144"/>
            <a:ext cx="64345" cy="6434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0" name="Shape 98"/>
          <p:cNvSpPr/>
          <p:nvPr/>
        </p:nvSpPr>
        <p:spPr>
          <a:xfrm>
            <a:off x="9761219" y="2961177"/>
            <a:ext cx="49366" cy="493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9640612" y="2799440"/>
            <a:ext cx="57788" cy="577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19663" y="2622902"/>
            <a:ext cx="75260" cy="752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37049" y="2769787"/>
            <a:ext cx="108488" cy="108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107015" y="2877514"/>
            <a:ext cx="91680" cy="91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118390" y="2836297"/>
            <a:ext cx="79762" cy="797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760346" y="2366079"/>
            <a:ext cx="52724" cy="527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008477" y="2393876"/>
            <a:ext cx="71559" cy="7155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91539" y="2216047"/>
            <a:ext cx="96253" cy="9625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59444" y="2260277"/>
            <a:ext cx="81906" cy="819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916565" y="2637270"/>
            <a:ext cx="109649" cy="1096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024182" y="2645655"/>
            <a:ext cx="54149" cy="541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251013" y="2272517"/>
            <a:ext cx="103850" cy="103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083708" y="2619857"/>
            <a:ext cx="74696" cy="746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602203" y="2441536"/>
            <a:ext cx="66500" cy="665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451173" y="2522909"/>
            <a:ext cx="54324" cy="543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657288" y="1911701"/>
            <a:ext cx="105444" cy="1054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176556" y="2135730"/>
            <a:ext cx="85020" cy="850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687727" y="1941980"/>
            <a:ext cx="86355" cy="863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793771" y="1987862"/>
            <a:ext cx="97868" cy="978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222288" y="2096345"/>
            <a:ext cx="90397" cy="9039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415706" y="2113403"/>
            <a:ext cx="80058" cy="800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735753" y="1728966"/>
            <a:ext cx="49504" cy="49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702806" y="2128802"/>
            <a:ext cx="106679" cy="10667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0817106" y="2211171"/>
            <a:ext cx="100705" cy="1007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628173" y="1894592"/>
            <a:ext cx="103630" cy="1036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0663440" y="2038473"/>
            <a:ext cx="52153" cy="5215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628051" y="2025827"/>
            <a:ext cx="99813" cy="998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886314" y="1779733"/>
            <a:ext cx="85234" cy="852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1067401" y="1997153"/>
            <a:ext cx="83330" cy="833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589349" y="1656752"/>
            <a:ext cx="78011" cy="780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0966857" y="1983867"/>
            <a:ext cx="108936" cy="1089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4754880" y="73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133" name="Text 131"/>
          <p:cNvSpPr txBox="1"/>
          <p:nvPr/>
        </p:nvSpPr>
        <p:spPr>
          <a:xfrm>
            <a:off x="548640" y="155448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134" name="Text 132"/>
          <p:cNvSpPr txBox="1"/>
          <p:nvPr/>
        </p:nvSpPr>
        <p:spPr>
          <a:xfrm>
            <a:off x="548640" y="3566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Jintu Basumatary
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 | E-Payments Hub
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BCA — AI &amp; Machine Learning  |  Guwahati, Assam</a:t>
            </a:r>
            <a:endParaRPr lang="en-US" sz="2400" dirty="0"/>
          </a:p>
        </p:txBody>
      </p:sp>
      <p:sp>
        <p:nvSpPr>
          <p:cNvPr id="135" name="Shape 133"/>
          <p:cNvSpPr/>
          <p:nvPr/>
        </p:nvSpPr>
        <p:spPr>
          <a:xfrm>
            <a:off x="8869680" y="5623560"/>
            <a:ext cx="2743200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098280" y="5833872"/>
            <a:ext cx="256032" cy="256032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37" name="Shape 135"/>
          <p:cNvSpPr/>
          <p:nvPr/>
        </p:nvSpPr>
        <p:spPr>
          <a:xfrm>
            <a:off x="9169969" y="5905561"/>
            <a:ext cx="112654" cy="1126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427464" y="57972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</a:t>
            </a:r>
            <a:endParaRPr lang="en-US" sz="1100" dirty="0"/>
          </a:p>
        </p:txBody>
      </p:sp>
      <p:sp>
        <p:nvSpPr>
          <p:cNvPr id="139" name="Text 137"/>
          <p:cNvSpPr txBox="1"/>
          <p:nvPr/>
        </p:nvSpPr>
        <p:spPr>
          <a:xfrm>
            <a:off x="475488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73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12191695" cy="868680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76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76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754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Journey So Far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40680" cy="123444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27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SESSIONS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47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reinforcement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212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new concepts come up each session — closing the gaps afterward through Confluence docs and re-reading code alongside them, with grasp improving steadily.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440680" cy="123444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627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SUPPORT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847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Consistently helpful, all around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212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mentor takes the time to explain doubts thoroughly and stays patient with newcomers to the team — no time pressure, just steady guidance.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1556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INTEREST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063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automation, and infrastructure — a growth area being pursued alongside hands-on frontend work.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BEING BUILT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611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53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state &amp; hooks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43159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5196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2611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553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documenting UI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3159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4672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42611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553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 in practice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0932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0383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Judgment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5330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good UI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51960" y="50932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25196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50383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5330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maintainable code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46720" y="50932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04672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458200" y="50383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5330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SEO fundamentals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list keeps growing — also actively going through project documentation and talking to colleagues about their work during free time.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0040" y="6492240"/>
            <a:ext cx="217627" cy="217627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47" name="Shape 45"/>
          <p:cNvSpPr/>
          <p:nvPr/>
        </p:nvSpPr>
        <p:spPr>
          <a:xfrm>
            <a:off x="380976" y="6553176"/>
            <a:ext cx="95756" cy="95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10819" y="6455664"/>
            <a:ext cx="1321308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</a:t>
            </a:r>
            <a:endParaRPr lang="en-US" sz="935" dirty="0"/>
          </a:p>
        </p:txBody>
      </p:sp>
      <p:sp>
        <p:nvSpPr>
          <p:cNvPr id="49" name="Text 47"/>
          <p:cNvSpPr txBox="1"/>
          <p:nvPr/>
        </p:nvSpPr>
        <p:spPr>
          <a:xfrm>
            <a:off x="1444752" y="6492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0" y="6537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Copyrights © HDFC Bank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0" y="6537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73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12191695" cy="868680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76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76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754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I'm Headed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115568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019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strong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first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62763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step before taking on assigned tasks independently — deepening core frontend fundamentals through documentation and the ongoing KT sessions.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286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towards meaningfully supporting my Team Lead / Unit Head on project work over the next 6–9 months.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GOALS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593592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976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Owning Assigned Work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920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tasks end to end, with confidence, using AI as a working tool along the way.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33672" y="3383280"/>
            <a:ext cx="3593592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07992" y="3657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799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07992" y="42976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Technical Grasp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4507992" y="48920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command over my work and the stack; able to meaningfully support my Team Lead / Unit Head on project needs.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10144" y="3383280"/>
            <a:ext cx="3593592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84464" y="3657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84464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42976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Contributor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48920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the team can count on — owning larger initiatives and mentoring newer team members.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6492240"/>
            <a:ext cx="217627" cy="217627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0" name="Shape 28"/>
          <p:cNvSpPr/>
          <p:nvPr/>
        </p:nvSpPr>
        <p:spPr>
          <a:xfrm>
            <a:off x="380976" y="6553176"/>
            <a:ext cx="95756" cy="95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0819" y="6455664"/>
            <a:ext cx="1321308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</a:t>
            </a:r>
            <a:endParaRPr lang="en-US" sz="935" dirty="0"/>
          </a:p>
        </p:txBody>
      </p:sp>
      <p:sp>
        <p:nvSpPr>
          <p:cNvPr id="32" name="Text 30"/>
          <p:cNvSpPr txBox="1"/>
          <p:nvPr/>
        </p:nvSpPr>
        <p:spPr>
          <a:xfrm>
            <a:off x="1444752" y="6492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6537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Copyrights © HDFC Bank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6537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73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12191695" cy="868680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76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76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754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My Work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40680" cy="196596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BCA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8366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Studied as Coursework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2860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was covered as part of the specialization — concepts, theory and fundamentals. No dedicated AI project was built at that stage; the focus was on building a solid conceptual base.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440680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64592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JOB, NOW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88366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as a Daily Tool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2860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tools to learn new concepts faster, understand unfamiliar parts of the codebase, and build alongside real project work — turning that BCA foundation into a practical, everyday habit.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FITS INTO THE WORKFLOW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3593592" cy="182880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3434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Self-Analysis of 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8231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my own code past AI tools before submitting, to catch gaps and sharpen understanding of why something works.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33672" y="4160520"/>
            <a:ext cx="3593592" cy="182880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62272" y="43434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Code Review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478231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for a first-pass review of changes — flagging obvious issues early, ahead of mentor review.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10144" y="4160520"/>
            <a:ext cx="3593592" cy="1828800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38744" y="43434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Learning Loop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38744" y="478231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AI to explain unfamiliar code or concepts from the codebase, then verifying with mentors and docs.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6492240"/>
            <a:ext cx="217627" cy="217627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976" y="6553176"/>
            <a:ext cx="95756" cy="95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0819" y="6455664"/>
            <a:ext cx="1321308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</a:t>
            </a:r>
            <a:endParaRPr lang="en-US" sz="935" dirty="0"/>
          </a:p>
        </p:txBody>
      </p:sp>
      <p:sp>
        <p:nvSpPr>
          <p:cNvPr id="29" name="Text 27"/>
          <p:cNvSpPr txBox="1"/>
          <p:nvPr/>
        </p:nvSpPr>
        <p:spPr>
          <a:xfrm>
            <a:off x="1444752" y="6492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6537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Copyrights © HDFC Bank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6537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73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0" y="27432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" y="6492240"/>
            <a:ext cx="217627" cy="217627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5" name="Shape 3"/>
          <p:cNvSpPr/>
          <p:nvPr/>
        </p:nvSpPr>
        <p:spPr>
          <a:xfrm>
            <a:off x="380976" y="6553176"/>
            <a:ext cx="95756" cy="95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10819" y="6455664"/>
            <a:ext cx="1321308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</a:t>
            </a:r>
            <a:endParaRPr lang="en-US" sz="935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6492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6537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Copyrights © HDFC Bank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6537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Internal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2026-10-02T07:29:15Z</dcterms:created>
  <dcterms:modified xsi:type="dcterms:W3CDTF">2026-10-02T07:29:15Z</dcterms:modified>
</cp:coreProperties>
</file>