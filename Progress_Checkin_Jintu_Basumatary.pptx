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1148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Me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4F6F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91640"/>
            <a:ext cx="1051560" cy="10515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916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1737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Jintu Basumatary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0312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Guwahati, Assam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2971800"/>
            <a:ext cx="4937760" cy="0"/>
          </a:xfrm>
          <a:prstGeom prst="line">
            <a:avLst/>
          </a:prstGeom>
          <a:noFill/>
          <a:ln w="12700">
            <a:solidFill>
              <a:srgbClr val="D9DF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255264"/>
            <a:ext cx="9144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00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ROLE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4381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Analyst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68680" y="3913632"/>
            <a:ext cx="9144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858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4096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Engineer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68680" y="4572000"/>
            <a:ext cx="9144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45171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9728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Payments Hub — NEFT &amp; RTGS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63640" y="137160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5727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1828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BCA — AI &amp; Machine Learning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53796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Computer Applications, specialized in AI &amp; ML — built a strong analytical and problem-solving foundation.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370332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39044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INTEREST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4160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537960" y="47091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automation, and infrastructure — a growth area being pursued alongside hands-on frontend work.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Jintu Basumatary  |  Technical Analyst, Frontend Engineer — Enterprise Payments Hub (NEFT/RTGS)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1148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Journey So Far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4F6F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TAKEOVER SESSIONS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160934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by reinforcement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956816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of new concepts come up each session — closing the gaps afterward through Confluence docs and re-reading code alongside them, with grasp improving steadily.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2344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4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SUPPORT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160934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Consistently helpful, all around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1956816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mentor takes the time to explain doubts thoroughly and stays patient with newcomers to the team — no time pressure, just steady guidance.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063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BUILT SO FAR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52958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144" y="34930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" y="38039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state &amp; hooks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38328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4325112" y="352958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325112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64024" y="34930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Storybook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64024" y="38039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&amp; documenting UI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772400" y="338328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7936992" y="352958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7936992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75904" y="34930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75904" y="38039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library in practice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30" name="Shape 28"/>
          <p:cNvSpPr/>
          <p:nvPr/>
        </p:nvSpPr>
        <p:spPr>
          <a:xfrm>
            <a:off x="713232" y="462686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4626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52144" y="45902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Judgment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52144" y="49011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good UI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60520" y="448056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35" name="Shape 33"/>
          <p:cNvSpPr/>
          <p:nvPr/>
        </p:nvSpPr>
        <p:spPr>
          <a:xfrm>
            <a:off x="4325112" y="462686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4325112" y="4626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764024" y="45902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Practices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764024" y="49011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maintainable code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0" y="4480560"/>
            <a:ext cx="3429000" cy="960120"/>
          </a:xfrm>
          <a:prstGeom prst="roundRect">
            <a:avLst>
              <a:gd name="adj" fmla="val 8571"/>
            </a:avLst>
          </a:prstGeom>
          <a:solidFill>
            <a:srgbClr val="F4F6FC"/>
          </a:solidFill>
          <a:ln/>
        </p:spPr>
      </p:sp>
      <p:sp>
        <p:nvSpPr>
          <p:cNvPr id="40" name="Shape 38"/>
          <p:cNvSpPr/>
          <p:nvPr/>
        </p:nvSpPr>
        <p:spPr>
          <a:xfrm>
            <a:off x="7936992" y="462686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7936992" y="4626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75904" y="45902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Basics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375904" y="49011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SEO fundamentals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565099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actively going through project documentation and talking to colleagues about their work during free time.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Jintu Basumatary  |  Technical Analyst, Frontend Engineer — Enterprise Payments Hub (NEFT/RTGS)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371600"/>
            <a:ext cx="3657600" cy="3657600"/>
          </a:xfrm>
          <a:prstGeom prst="ellipse">
            <a:avLst/>
          </a:prstGeom>
          <a:solidFill>
            <a:srgbClr val="27327A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200400" cy="3200400"/>
          </a:xfrm>
          <a:prstGeom prst="ellipse">
            <a:avLst/>
          </a:prstGeom>
          <a:solidFill>
            <a:srgbClr val="27327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41148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I'm Headed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7327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572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8288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strong fundamentals first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0" y="162763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step before taking on assigned tasks independently — deepening core frontend fundamentals through documentation and the ongoing code sessions.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YEARS FROM NOW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66160" cy="2423160"/>
          </a:xfrm>
          <a:prstGeom prst="roundRect">
            <a:avLst>
              <a:gd name="adj" fmla="val 3774"/>
            </a:avLst>
          </a:prstGeom>
          <a:solidFill>
            <a:srgbClr val="1A225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7490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34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Owning Assigned Work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tasks end to end, with confidence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3429000"/>
            <a:ext cx="3566160" cy="2423160"/>
          </a:xfrm>
          <a:prstGeom prst="roundRect">
            <a:avLst>
              <a:gd name="adj" fmla="val 3774"/>
            </a:avLst>
          </a:prstGeom>
          <a:solidFill>
            <a:srgbClr val="1A225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37490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4434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Technical Grasp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7200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 command over my work and the stack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429000"/>
            <a:ext cx="3566160" cy="2423160"/>
          </a:xfrm>
          <a:prstGeom prst="roundRect">
            <a:avLst>
              <a:gd name="adj" fmla="val 3774"/>
            </a:avLst>
          </a:prstGeom>
          <a:solidFill>
            <a:srgbClr val="1A2258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0" y="37490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4434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Contributor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32104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the team can count 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Jintu Basumatary  |  Technical Analyst, Frontend Engineer — Enterprise Payments Hub (NEFT/RTGS)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2026-09-23T04:10:36Z</dcterms:created>
  <dcterms:modified xsi:type="dcterms:W3CDTF">2026-09-23T04:10:36Z</dcterms:modified>
</cp:coreProperties>
</file>