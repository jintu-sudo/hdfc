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144000" y="109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JB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Jintu Basumatary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Guwahati, Assam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303520" cy="0"/>
          </a:xfrm>
          <a:prstGeom prst="line">
            <a:avLst/>
          </a:prstGeom>
          <a:noFill/>
          <a:ln w="12700">
            <a:solidFill>
              <a:srgbClr val="D9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53512"/>
            <a:ext cx="5486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926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ROLE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182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730752"/>
            <a:ext cx="5486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7033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959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507992"/>
            <a:ext cx="5486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480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736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Payments Hub — NEFT &amp; RTGS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200" y="1417320"/>
            <a:ext cx="5440680" cy="1691640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15727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BCA — AI &amp; Machine Learning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3317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Computer Applications, specialized in AI &amp; ML — built a strong analytical and problem-solving foundation.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3291840"/>
            <a:ext cx="5440680" cy="1920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46520" y="34564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INTEREST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703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251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automation, and infrastructure — a growth area being pursued alongside hands-on frontend work.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Jintu Basumatary  |  Technical Analyst, Frontend Engineer — Enterprise Payments Hub (NEFT/RTGS)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6537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Journey So Far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144000" y="109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40680" cy="1417320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TAKEOVER SESSIONS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by reinforcement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57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new concepts come up each session — closing the gaps afterward through Confluence docs and re-reading code alongside them, with grasp improving steadily.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280160"/>
            <a:ext cx="5440680" cy="1417320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SUPPORT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Consistently helpful, all around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057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mentor takes the time to explain doubts thoroughly and stays patient with newcomers to the team — no time pressure, just steady guidance.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BUILT SO FAR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192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64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5844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state &amp; hooks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33192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5196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3264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5844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documenting UI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33192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3264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35844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 in practice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879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Judgment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4453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good UI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51960" y="41879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25196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709160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Practices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453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maintainable code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0" y="41879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503920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Basics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4453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SEO fundamentals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actively going through project documentation and talking to colleagues about their work during free time.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Jintu Basumatary  |  Technical Analyst, Frontend Engineer — Enterprise Payments Hub (NEFT/RTGS)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9144000" y="6537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My Work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144000" y="109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40680" cy="2103120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46304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BCA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1907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Studied as Coursework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4884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was covered as part of the specialization — concepts, theory and fundamentals. No dedicated AI project was built at that stage; the focus was on building a solid conceptual base.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280160"/>
            <a:ext cx="5440680" cy="2103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46304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JOB, NOW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71907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AI as a Daily Tool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14884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tools to learn new concepts faster, understand unfamiliar parts of the codebase, and build alongside real project work — turning that BCA foundation into a practical, everyday habit.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FITS INTO THE WORKFLOW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3593592" cy="1737360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25196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Self-Analysis of Code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690872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my own code past AI tools before submitting, to catch gaps and sharpen understanding of why something works.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33672" y="4069080"/>
            <a:ext cx="3593592" cy="1737360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62272" y="425196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Code Review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462272" y="4690872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for a first-pass review of changes — flagging obvious issues early, ahead of mentor review.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10144" y="4069080"/>
            <a:ext cx="3593592" cy="1737360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38744" y="425196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Learning Loop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238744" y="4690872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AI to explain unfamiliar code or concepts from the codebase, then verifying with mentors and docs.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Jintu Basumatary  |  Technical Analyst, Frontend Engineer — Enterprise Payments Hub (NEFT/RTGS)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6537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I'm Headed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144000" y="109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155680" cy="1234440"/>
          </a:xfrm>
          <a:prstGeom prst="rect">
            <a:avLst/>
          </a:prstGeom>
          <a:solidFill>
            <a:srgbClr val="2634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3167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544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strong fundamentals first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31673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step before taking on assigned tasks independently — deepening core frontend fundamentals through documentation and the ongoing code sessions.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9659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Aiming to independently support my Team Lead / Unit Head on project work within the next 6–9 months.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GOALS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593592" cy="2834640"/>
          </a:xfrm>
          <a:prstGeom prst="rect">
            <a:avLst/>
          </a:prstGeom>
          <a:solidFill>
            <a:srgbClr val="26348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02336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Owning Assigned Work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663440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tasks end to end, with confidence, using AI as a working tool along the way.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33672" y="3108960"/>
            <a:ext cx="3593592" cy="2834640"/>
          </a:xfrm>
          <a:prstGeom prst="rect">
            <a:avLst/>
          </a:prstGeom>
          <a:solidFill>
            <a:srgbClr val="263480"/>
          </a:solidFill>
          <a:ln/>
        </p:spPr>
      </p:sp>
      <p:sp>
        <p:nvSpPr>
          <p:cNvPr id="18" name="Shape 16"/>
          <p:cNvSpPr/>
          <p:nvPr/>
        </p:nvSpPr>
        <p:spPr>
          <a:xfrm>
            <a:off x="4507992" y="3383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0799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07992" y="402336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Technical Grasp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507992" y="4663440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command over my work and the stack; able to support Team Leads / Unit Head on project needs.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10144" y="3108960"/>
            <a:ext cx="3593592" cy="2834640"/>
          </a:xfrm>
          <a:prstGeom prst="rect">
            <a:avLst/>
          </a:prstGeom>
          <a:solidFill>
            <a:srgbClr val="263480"/>
          </a:solidFill>
          <a:ln/>
        </p:spPr>
      </p:sp>
      <p:sp>
        <p:nvSpPr>
          <p:cNvPr id="23" name="Shape 21"/>
          <p:cNvSpPr/>
          <p:nvPr/>
        </p:nvSpPr>
        <p:spPr>
          <a:xfrm>
            <a:off x="8284464" y="3383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84464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84464" y="402336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Senior Contributor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284464" y="4663440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the team can count on — owning larger initiatives and mentoring newer team members.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Jintu Basumatary  |  Technical Analyst, Frontend Engineer — Enterprise Payments Hub (NEFT/RTGS)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6537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2026-09-29T04:50:25Z</dcterms:created>
  <dcterms:modified xsi:type="dcterms:W3CDTF">2026-09-29T04:50:25Z</dcterms:modified>
</cp:coreProperties>
</file>